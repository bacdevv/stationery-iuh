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F9A8F-A323-4706-BDE6-828DB03CE05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32266-7E19-4A92-8FCB-6D07D09BE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3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32266-7E19-4A92-8FCB-6D07D09BE9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7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775A-E6A6-51DA-E8F9-38C4405FD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EA8F6-B18E-FBF5-4A74-D70661C8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A30B4-C2C6-7353-EADE-62EB3C51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4EF09-2797-2CD7-6A70-2E845327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8C09E-CA37-2F41-FF74-95766907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99FE-76F0-A6F4-1A66-6083ED2F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F596-DF29-A30C-5F86-2E14F6AEB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19D74-F2A7-DFD3-194D-B7A59060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BB93-D9EC-17F8-94C3-1E29FEAE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4C0D4-A982-9154-4DB8-81DEF76A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0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57F0-E746-2650-47B5-4AB4FCD90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3D7B1-6288-D5A4-82D4-BF44B6651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4E225-9EC2-65AE-E33B-DBE67726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BBF9E-2495-3C29-3F60-E02ABE54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C2A48-9031-111F-82BA-25CC6062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1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A929-BAD3-173A-FB57-3C5FE0CB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10DD-64F9-2683-EDE8-3AD3038DA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F2499-E47B-2AA2-46E2-97A329B6B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E82F5-B2B0-5084-CBA2-CD8E404C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AD6D9-EF5D-2E94-AFC7-1AA20A81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37FEB-2AA7-774E-8331-932D0DF0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2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348C-3C93-2412-2134-86A501102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42957-EBAF-CF62-882E-D51648DDF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DB189-650E-559C-5558-A10CE4333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A4A9D-49F6-08A8-FC78-F15DED848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D36EF-BC9A-4A43-56E8-478F1221E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03C51-04FE-295A-0DD3-9D6EA1C5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22DA4-50ED-19B7-B44B-7D00B011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0F530-3693-7597-80EB-63262998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4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5468-731A-AE86-4386-50ED810D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3D1A6-8BE1-8E1C-7F54-E6EAC927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FCED4-AFE4-7D3E-AB83-10250CB7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06296-A7EB-DC04-18D3-E7BB964B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43D59-CBD5-D118-7FD3-83B4430A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9DE98-EC36-D563-305C-911D6DD6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4664D-5C2A-CAAB-990B-1EFEF5FA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A947-2633-B2F4-4591-4E33BB02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F4AFC-35AF-927B-C7C4-F3B23484B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84AA8-7145-04C1-3693-ADC339A03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38225-1D50-EFA1-83F2-0EB06326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82D6A-4359-1A65-761C-6A6A20F4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FDC07-75CC-3C67-CA03-9D455378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0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7120-4321-3A19-5524-EC8AAB13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925B7-E1C1-949B-EA94-6BEFE8974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68749-667C-A2C4-A31A-0CAA7EDB2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17192-FCAC-AF19-E5CD-0D1CA713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AE2A4-28BA-BD05-1963-9C037E8C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C312D-46BC-F8E8-73CE-9CBBF19F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F7E7-5C19-9300-E22A-222E734D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803BB-0101-8DB6-516B-2A3365D12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2B71-6CE9-ACD1-71FE-74C6CD4E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D9019-A1BB-0011-E439-2A78D0CD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2FD3-CD82-EAA6-65F2-39E3C351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42FD6B-FE2C-3EDF-1E74-6BF798466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BC37F-906C-013E-98A5-D79F49495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AE670-04D2-C280-F617-620F9F2F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CFA7D-273F-7A37-B2BF-C2087B5E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D2E65-098A-0B4B-44C2-C93C4D12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3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083D6-E7A9-1B20-AE27-D4DDF075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71BFC-0F9F-44CF-4AB5-C08AC5CFF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3C096-E806-E14E-191C-F5AB325E8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07088-3497-45B8-BDF5-751632A6E1A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54EAA-176C-6AC7-EAE2-0ADEAF120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A5C4-C924-BC6C-67C1-2AEEA6ECB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E1834-17DB-4C56-B60E-DEAB34A7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423F-A599-164A-4206-B01D900CA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32897-BA32-36FC-EF58-FED712097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6A6D9-CE89-B4BE-692C-C3934E3A6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0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E6DB6F-43A2-102F-4861-F0DA0E69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71" name="Freeform: Shape 2070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6" descr="Chen chân mua sách vở trước ngày tựu trường">
            <a:extLst>
              <a:ext uri="{FF2B5EF4-FFF2-40B4-BE49-F238E27FC236}">
                <a16:creationId xmlns:a16="http://schemas.microsoft.com/office/drawing/2014/main" id="{15264835-7B8F-FEB1-9D69-876E40D01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5" r="1571" b="-1"/>
          <a:stretch>
            <a:fillRect/>
          </a:stretch>
        </p:blipFill>
        <p:spPr bwMode="auto"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02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2397EB-7A73-8906-F568-654E26410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642" y="0"/>
            <a:ext cx="6599301" cy="6599301"/>
          </a:xfrm>
          <a:prstGeom prst="rect">
            <a:avLst/>
          </a:prstGeom>
        </p:spPr>
      </p:pic>
      <p:pic>
        <p:nvPicPr>
          <p:cNvPr id="1028" name="Picture 4" descr="Scan Smile GIF by StreckTransport">
            <a:extLst>
              <a:ext uri="{FF2B5EF4-FFF2-40B4-BE49-F238E27FC236}">
                <a16:creationId xmlns:a16="http://schemas.microsoft.com/office/drawing/2014/main" id="{6F235A36-5AC2-AEBE-007D-4DAC4895C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3" y="713232"/>
            <a:ext cx="41052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00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0D468A6-FD64-35F5-4C58-5D27E54A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837" y="0"/>
            <a:ext cx="5914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8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A89B520-5F81-D659-150A-5CFB51FC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88" r="3875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275E3-1584-58CF-8600-C85A9B830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04" b="1"/>
          <a:stretch>
            <a:fillRect/>
          </a:stretch>
        </p:blipFill>
        <p:spPr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0835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96FC576-AE30-4C09-A12C-0582F2A6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DB28FE-B780-C27D-27C5-324AE125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55" r="5491" b="1"/>
          <a:stretch>
            <a:fillRect/>
          </a:stretch>
        </p:blipFill>
        <p:spPr>
          <a:xfrm>
            <a:off x="1" y="10"/>
            <a:ext cx="6099048" cy="3428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8E9D3-381F-769D-E55D-7622942A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04" r="16813"/>
          <a:stretch>
            <a:fillRect/>
          </a:stretch>
        </p:blipFill>
        <p:spPr>
          <a:xfrm>
            <a:off x="6092952" y="10"/>
            <a:ext cx="6099048" cy="3428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90A4E2-CD9B-37CE-A0C8-251B7B8AC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52"/>
          <a:stretch>
            <a:fillRect/>
          </a:stretch>
        </p:blipFill>
        <p:spPr>
          <a:xfrm>
            <a:off x="1" y="3429000"/>
            <a:ext cx="6099048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C5017-637B-486C-E85F-FFD74CE7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71" b="-2"/>
          <a:stretch>
            <a:fillRect/>
          </a:stretch>
        </p:blipFill>
        <p:spPr>
          <a:xfrm>
            <a:off x="6092952" y="3429000"/>
            <a:ext cx="60990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3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CBB5F1-EC3D-5933-7F5C-C36742F5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09" r="-2" b="3351"/>
          <a:stretch>
            <a:fillRect/>
          </a:stretch>
        </p:blipFill>
        <p:spPr>
          <a:xfrm>
            <a:off x="4493436" y="243"/>
            <a:ext cx="769856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935B02-0EE7-6926-D8CB-C989DE7438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645" b="3"/>
          <a:stretch>
            <a:fillRect/>
          </a:stretch>
        </p:blipFill>
        <p:spPr>
          <a:xfrm>
            <a:off x="20" y="10"/>
            <a:ext cx="5859777" cy="334669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C4DA5-8723-D510-5D8D-5D0E3651E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70" r="9067" b="-2"/>
          <a:stretch>
            <a:fillRect/>
          </a:stretch>
        </p:blipFill>
        <p:spPr>
          <a:xfrm>
            <a:off x="6350089" y="3511295"/>
            <a:ext cx="5841911" cy="3346705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795D16-50AD-4D05-DA9D-D8E8013275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77" r="-2" b="47852"/>
          <a:stretch>
            <a:fillRect/>
          </a:stretch>
        </p:blipFill>
        <p:spPr>
          <a:xfrm>
            <a:off x="20" y="3511295"/>
            <a:ext cx="7698544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358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7EF3E-642F-CA13-4060-5AD8F8C2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3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6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yquestions GIFs - Find &amp; Share on GIPHY">
            <a:extLst>
              <a:ext uri="{FF2B5EF4-FFF2-40B4-BE49-F238E27FC236}">
                <a16:creationId xmlns:a16="http://schemas.microsoft.com/office/drawing/2014/main" id="{275AB460-C00C-3F67-400E-99D3488B1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351" y="845241"/>
            <a:ext cx="6464021" cy="359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59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Tran</dc:creator>
  <cp:lastModifiedBy>Daniel Tran</cp:lastModifiedBy>
  <cp:revision>12</cp:revision>
  <dcterms:created xsi:type="dcterms:W3CDTF">2026-04-02T03:40:38Z</dcterms:created>
  <dcterms:modified xsi:type="dcterms:W3CDTF">2026-04-02T05:47:15Z</dcterms:modified>
</cp:coreProperties>
</file>